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ANgvq5NsmCazdpkAD49TW2WJD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nutanbhogendrasharma/transfer-learning-using-feature-extraction-in-deep-learning-afd97380c96c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Transfer Learning Using Feature Extraction In Deep Learning | by Nutan | Medium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lang="en-US" sz="6000"/>
              <a:t>AIL 411-DEEP LEARNING LAB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PREPARED BY: ASHA ROSE THOMAS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AP,CSE(AI),ASIET,KALADY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0"/>
            <a:ext cx="6156495" cy="1482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:\AISAT Officals\JUNE 2015\OFICIAL DOCUMENTS\banner_1.png"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156495" cy="119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EXPERIMENT 6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Digit classification using pre-trained networks like VGGnet-19 for MNIST dataset and analyse and visualize performance improvement.</a:t>
            </a:r>
            <a:endParaRPr sz="3200"/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22-09-2025</a:t>
            </a:r>
            <a:endParaRPr/>
          </a:p>
        </p:txBody>
      </p:sp>
      <p:sp>
        <p:nvSpPr>
          <p:cNvPr id="117" name="Google Shape;117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ASHA ROSE THOMAS, AP, CSE(AI),ASIET, KALADY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Transfer Learning: Leveraging Pre-trained Models</a:t>
            </a:r>
            <a:endParaRPr/>
          </a:p>
        </p:txBody>
      </p: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22-09-2025</a:t>
            </a:r>
            <a:endParaRPr/>
          </a:p>
        </p:txBody>
      </p:sp>
      <p:sp>
        <p:nvSpPr>
          <p:cNvPr id="126" name="Google Shape;126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ASHA ROSE THOMAS, AP, CSE(AI),ASIET, KALADY</a:t>
            </a:r>
            <a:endParaRPr/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975" y="1845734"/>
            <a:ext cx="7700180" cy="417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996100" y="212126"/>
            <a:ext cx="100584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Transfer Learning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22-09-2025</a:t>
            </a:r>
            <a:endParaRPr/>
          </a:p>
        </p:txBody>
      </p:sp>
      <p:sp>
        <p:nvSpPr>
          <p:cNvPr id="136" name="Google Shape;136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ASHA ROSE THOMAS, AP, CSE(AI),ASIET, KALADY</a:t>
            </a:r>
            <a:endParaRPr/>
          </a:p>
        </p:txBody>
      </p:sp>
      <p:pic>
        <p:nvPicPr>
          <p:cNvPr descr="Transfer Learning for Image Classification — (6) Build and Fine-tune the  Transfer Learning Model | by Chris Kuo/Dr. Dataman | Medium"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75" y="1231725"/>
            <a:ext cx="9957225" cy="46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Transfer Learning: Leveraging Pre-trained Models</a:t>
            </a:r>
            <a:endParaRPr/>
          </a:p>
        </p:txBody>
      </p:sp>
      <p:sp>
        <p:nvSpPr>
          <p:cNvPr id="144" name="Google Shape;144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Transfer learning: Reusing knowledge from one task to another.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In CNNs, leverage pre-trained models on large datasets (e.g., ImageNet).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Steps: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/>
              <a:t>Choose a pre-trained model.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/>
              <a:t>Freeze initial layers (feature extraction).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/>
              <a:t>Replace/modify final layers for new task.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/>
              <a:t>Fine-tune the model on new data.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Example: Fine-tune a model trained on ImageNet to classify medical images.</a:t>
            </a:r>
            <a:endParaRPr/>
          </a:p>
        </p:txBody>
      </p:sp>
      <p:sp>
        <p:nvSpPr>
          <p:cNvPr id="145" name="Google Shape;145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22-09-2025</a:t>
            </a:r>
            <a:endParaRPr/>
          </a:p>
        </p:txBody>
      </p:sp>
      <p:sp>
        <p:nvSpPr>
          <p:cNvPr id="146" name="Google Shape;146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ASHA ROSE THOMAS, AP, CSE(AI),ASIET, KALADY</a:t>
            </a:r>
            <a:endParaRPr/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br>
              <a:rPr lang="en-US"/>
            </a:b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2024-07-14T14:57:03Z</dcterms:created>
  <dc:creator>Asha Rose Thomas</dc:creator>
</cp:coreProperties>
</file>