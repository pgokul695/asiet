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Inter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6ebPL5dDswwURWjRZ0+lADc67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Inter-bold.fntdata"/><Relationship Id="rId12" Type="http://schemas.openxmlformats.org/officeDocument/2006/relationships/font" Target="fonts/Inter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Inter-boldItalic.fntdata"/><Relationship Id="rId14" Type="http://schemas.openxmlformats.org/officeDocument/2006/relationships/font" Target="fonts/Inter-italic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9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9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26" name="Google Shape;26;p9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1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1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1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41" name="Google Shape;41;p11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" type="body"/>
          </p:nvPr>
        </p:nvSpPr>
        <p:spPr>
          <a:xfrm>
            <a:off x="1097278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13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13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6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16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/>
          <p:nvPr>
            <p:ph idx="2" type="pic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D7D0C0"/>
          </a:solidFill>
          <a:ln>
            <a:noFill/>
          </a:ln>
        </p:spPr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4" name="Google Shape;84;p1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8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17" name="Google Shape;17;p8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i.stanford.edu/~amaas/data/sentiment/" TargetMode="External"/><Relationship Id="rId4" Type="http://schemas.openxmlformats.org/officeDocument/2006/relationships/hyperlink" Target="https://ai.stanford.edu/~amaas/data/sentiment/" TargetMode="External"/><Relationship Id="rId5" Type="http://schemas.openxmlformats.org/officeDocument/2006/relationships/hyperlink" Target="https://ai.stanford.edu/~amaas/data/sentiment/" TargetMode="External"/><Relationship Id="rId6" Type="http://schemas.openxmlformats.org/officeDocument/2006/relationships/hyperlink" Target="https://www.kaggle.com/datasets/lakshmi25npathi/imdb-dataset-of-50k-movie-reviews" TargetMode="External"/><Relationship Id="rId7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tensorflow.org/api_docs/python/tf/keras/datasets/imdb/load_data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hyperlink" Target="https://ai.stanford.edu/~amaas/data/sentimen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Calibri"/>
              <a:buNone/>
            </a:pPr>
            <a:r>
              <a:rPr lang="en-IN" sz="6000"/>
              <a:t>AIL 411-DEEP LEARNING LAB</a:t>
            </a:r>
            <a:endParaRPr/>
          </a:p>
        </p:txBody>
      </p:sp>
      <p:sp>
        <p:nvSpPr>
          <p:cNvPr id="106" name="Google Shape;106;p1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IN"/>
              <a:t>PREPARED BY: ASHA ROSE THOMAS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IN"/>
              <a:t>AP,CSE(AI),ASIET,KALADY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07" name="Google Shape;10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999" y="0"/>
            <a:ext cx="6156495" cy="1482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:\AISAT Officals\JUNE 2015\OFICIAL DOCUMENTS\banner_1.png" id="108" name="Google Shape;10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6156495" cy="1196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IN"/>
              <a:t>EXPERIMENT 7</a:t>
            </a:r>
            <a:endParaRPr/>
          </a:p>
        </p:txBody>
      </p:sp>
      <p:sp>
        <p:nvSpPr>
          <p:cNvPr id="114" name="Google Shape;114;p2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778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 "/>
            </a:pPr>
            <a:r>
              <a:rPr b="0" i="0" lang="en-IN" sz="2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Implement a simple RNN for review classification using IMDB dataset.</a:t>
            </a:r>
            <a:endParaRPr sz="3200"/>
          </a:p>
        </p:txBody>
      </p:sp>
      <p:pic>
        <p:nvPicPr>
          <p:cNvPr id="115" name="Google Shape;11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2634" y="0"/>
            <a:ext cx="3169366" cy="781777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06-10-2024</a:t>
            </a:r>
            <a:endParaRPr/>
          </a:p>
        </p:txBody>
      </p:sp>
      <p:sp>
        <p:nvSpPr>
          <p:cNvPr id="117" name="Google Shape;117;p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PREPARED BY ASHA ROSE THOMAS, AP, CSE(AI),ASIET, KALADY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IN"/>
              <a:t>IMDB Dataset </a:t>
            </a:r>
            <a:endParaRPr/>
          </a:p>
        </p:txBody>
      </p:sp>
      <p:sp>
        <p:nvSpPr>
          <p:cNvPr id="123" name="Google Shape;123;p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b="0" i="0" lang="en-IN">
                <a:solidFill>
                  <a:srgbClr val="3C4043"/>
                </a:solidFill>
                <a:latin typeface="Inter"/>
                <a:ea typeface="Inter"/>
                <a:cs typeface="Inter"/>
                <a:sym typeface="Inter"/>
              </a:rPr>
              <a:t>This is a dataset for binary sentiment classification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1" i="0" lang="en-IN"/>
              <a:t>Dataset Overview</a:t>
            </a:r>
            <a:r>
              <a:rPr b="0" i="0" lang="en-IN"/>
              <a:t>: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0" i="0" lang="en-IN"/>
              <a:t>25,000 movie reviews from IMDB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0" i="0" lang="en-IN"/>
              <a:t>Labeled by sentiment (positive/negative)</a:t>
            </a:r>
            <a:endParaRPr u="sng">
              <a:solidFill>
                <a:schemeClr val="hlink"/>
              </a:solidFill>
              <a:hlinkClick r:id="rId3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u="sng">
              <a:solidFill>
                <a:schemeClr val="hlink"/>
              </a:solidFill>
              <a:hlinkClick r:id="rId4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IN" u="sng">
                <a:solidFill>
                  <a:schemeClr val="hlink"/>
                </a:solidFill>
                <a:hlinkClick r:id="rId5"/>
              </a:rPr>
              <a:t>Sentiment Analysis (stanford.edu)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IN" u="sng">
                <a:solidFill>
                  <a:schemeClr val="hlink"/>
                </a:solidFill>
                <a:hlinkClick r:id="rId6"/>
              </a:rPr>
              <a:t>IMDB Dataset of 50K Movie Reviews (kaggle.com)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descr="Sentiment Analysis of IMDB Dataset using RF, KNN, and MNB | by Rajvir Ahmed  Shuvo | Medium" id="124" name="Google Shape;124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99438" y="2192444"/>
            <a:ext cx="4438650" cy="36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IN"/>
              <a:t>IMDB Dataset</a:t>
            </a:r>
            <a:endParaRPr/>
          </a:p>
        </p:txBody>
      </p:sp>
      <p:sp>
        <p:nvSpPr>
          <p:cNvPr id="130" name="Google Shape;130;p4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IN" u="sng">
                <a:solidFill>
                  <a:schemeClr val="hlink"/>
                </a:solidFill>
                <a:hlinkClick r:id="rId3"/>
              </a:rPr>
              <a:t>tf.keras.datasets.imdb.load_data  |  TensorFlow v2.16.1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IN"/>
              <a:t>RNN - add immediate past to the present</a:t>
            </a:r>
            <a:endParaRPr/>
          </a:p>
        </p:txBody>
      </p:sp>
      <p:sp>
        <p:nvSpPr>
          <p:cNvPr id="136" name="Google Shape;136;p5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06-10-2024</a:t>
            </a:r>
            <a:endParaRPr/>
          </a:p>
        </p:txBody>
      </p:sp>
      <p:sp>
        <p:nvSpPr>
          <p:cNvPr id="138" name="Google Shape;138;p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PREPARED BY ASHA ROSE THOMAS, AP, CSE(AI),ASIET, KALADY</a:t>
            </a:r>
            <a:endParaRPr/>
          </a:p>
        </p:txBody>
      </p:sp>
      <p:pic>
        <p:nvPicPr>
          <p:cNvPr id="139" name="Google Shape;13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7177" y="1845734"/>
            <a:ext cx="8629714" cy="4412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IN"/>
              <a:t>RNN Cell</a:t>
            </a:r>
            <a:endParaRPr/>
          </a:p>
        </p:txBody>
      </p:sp>
      <p:sp>
        <p:nvSpPr>
          <p:cNvPr id="145" name="Google Shape;145;p6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descr="Perform sentiment analysis with LSTMs, using TensorFlow – O'Reilly" id="146" name="Google Shape;1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0863" y="2513552"/>
            <a:ext cx="10450274" cy="3283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IN"/>
              <a:t>Reference</a:t>
            </a:r>
            <a:endParaRPr/>
          </a:p>
        </p:txBody>
      </p:sp>
      <p:sp>
        <p:nvSpPr>
          <p:cNvPr id="152" name="Google Shape;152;p7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br>
              <a:rPr lang="en-IN"/>
            </a:b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53" name="Google Shape;15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2634" y="0"/>
            <a:ext cx="3169366" cy="781777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 txBox="1"/>
          <p:nvPr/>
        </p:nvSpPr>
        <p:spPr>
          <a:xfrm>
            <a:off x="1097280" y="1845734"/>
            <a:ext cx="69339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Sentiment Analysis (stanford.edu)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2024-07-14T14:57:03Z</dcterms:created>
  <dc:creator>Asha Rose Thomas</dc:creator>
</cp:coreProperties>
</file>