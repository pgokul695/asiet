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8"/>
  </p:notesMasterIdLst>
  <p:sldIdLst>
    <p:sldId id="264" r:id="rId2"/>
    <p:sldId id="265" r:id="rId3"/>
    <p:sldId id="361" r:id="rId4"/>
    <p:sldId id="360" r:id="rId5"/>
    <p:sldId id="258" r:id="rId6"/>
    <p:sldId id="3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272" autoAdjust="0"/>
  </p:normalViewPr>
  <p:slideViewPr>
    <p:cSldViewPr snapToGrid="0">
      <p:cViewPr varScale="1">
        <p:scale>
          <a:sx n="64" d="100"/>
          <a:sy n="64" d="100"/>
        </p:scale>
        <p:origin x="114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0D4708-6521-40E4-9A9A-7BEC7542BD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8C9CDE06-D5AC-4D5A-8B50-111B08A44B55}">
      <dgm:prSet phldrT="[Text]"/>
      <dgm:spPr/>
      <dgm:t>
        <a:bodyPr/>
        <a:lstStyle/>
        <a:p>
          <a:r>
            <a:rPr lang="en-IN" b="1" i="0"/>
            <a:t>Definition:</a:t>
          </a:r>
          <a:endParaRPr lang="en-IN"/>
        </a:p>
      </dgm:t>
    </dgm:pt>
    <dgm:pt modelId="{0D9CC387-3204-42DD-9DFC-AC557443574B}" type="parTrans" cxnId="{9A7867F1-1125-4EB2-A4F2-F2843D8EB9A2}">
      <dgm:prSet/>
      <dgm:spPr/>
      <dgm:t>
        <a:bodyPr/>
        <a:lstStyle/>
        <a:p>
          <a:endParaRPr lang="en-IN"/>
        </a:p>
      </dgm:t>
    </dgm:pt>
    <dgm:pt modelId="{C43998B5-A280-47CA-91B9-DAA95A79037E}" type="sibTrans" cxnId="{9A7867F1-1125-4EB2-A4F2-F2843D8EB9A2}">
      <dgm:prSet/>
      <dgm:spPr/>
      <dgm:t>
        <a:bodyPr/>
        <a:lstStyle/>
        <a:p>
          <a:endParaRPr lang="en-IN"/>
        </a:p>
      </dgm:t>
    </dgm:pt>
    <dgm:pt modelId="{2ABEF3DB-7D9E-454D-9ED5-5F089C767EFF}">
      <dgm:prSet/>
      <dgm:spPr/>
      <dgm:t>
        <a:bodyPr/>
        <a:lstStyle/>
        <a:p>
          <a:pPr>
            <a:buFont typeface="Arial" panose="020B0604020202020204" pitchFamily="34" charset="0"/>
            <a:buChar char="•"/>
          </a:pPr>
          <a:r>
            <a:rPr lang="en-US" b="0" i="0" dirty="0"/>
            <a:t>Using AI to automatically translate text or speech between languages.</a:t>
          </a:r>
        </a:p>
      </dgm:t>
    </dgm:pt>
    <dgm:pt modelId="{A1B52DF0-225A-44B3-9DB9-AA4DE6532726}" type="parTrans" cxnId="{E7B48619-0B30-4B7A-8D39-5F48572D6D75}">
      <dgm:prSet/>
      <dgm:spPr/>
      <dgm:t>
        <a:bodyPr/>
        <a:lstStyle/>
        <a:p>
          <a:endParaRPr lang="en-IN"/>
        </a:p>
      </dgm:t>
    </dgm:pt>
    <dgm:pt modelId="{508EBACD-4A7B-40F0-B951-C6EE8E82993C}" type="sibTrans" cxnId="{E7B48619-0B30-4B7A-8D39-5F48572D6D75}">
      <dgm:prSet/>
      <dgm:spPr/>
      <dgm:t>
        <a:bodyPr/>
        <a:lstStyle/>
        <a:p>
          <a:endParaRPr lang="en-IN"/>
        </a:p>
      </dgm:t>
    </dgm:pt>
    <dgm:pt modelId="{445874B5-108D-4F29-9590-4D5FFE8B2566}">
      <dgm:prSet/>
      <dgm:spPr/>
      <dgm:t>
        <a:bodyPr/>
        <a:lstStyle/>
        <a:p>
          <a:pPr>
            <a:buFont typeface="Arial" panose="020B0604020202020204" pitchFamily="34" charset="0"/>
            <a:buChar char="•"/>
          </a:pPr>
          <a:r>
            <a:rPr lang="en-US" b="0" i="0" dirty="0"/>
            <a:t>Utilizes NLP and deep learning techniques.</a:t>
          </a:r>
        </a:p>
      </dgm:t>
    </dgm:pt>
    <dgm:pt modelId="{CFF9DC32-CAF4-449A-80AF-6851B071A8FB}" type="parTrans" cxnId="{96146E36-2B25-4C90-89BF-93CE58822A51}">
      <dgm:prSet/>
      <dgm:spPr/>
      <dgm:t>
        <a:bodyPr/>
        <a:lstStyle/>
        <a:p>
          <a:endParaRPr lang="en-IN"/>
        </a:p>
      </dgm:t>
    </dgm:pt>
    <dgm:pt modelId="{DC47F7DF-9462-4632-B90D-B0162AD9885D}" type="sibTrans" cxnId="{96146E36-2B25-4C90-89BF-93CE58822A51}">
      <dgm:prSet/>
      <dgm:spPr/>
      <dgm:t>
        <a:bodyPr/>
        <a:lstStyle/>
        <a:p>
          <a:endParaRPr lang="en-IN"/>
        </a:p>
      </dgm:t>
    </dgm:pt>
    <dgm:pt modelId="{0165EE87-1800-4A54-A3F1-F91142A9FF75}">
      <dgm:prSet/>
      <dgm:spPr/>
      <dgm:t>
        <a:bodyPr/>
        <a:lstStyle/>
        <a:p>
          <a:r>
            <a:rPr lang="en-IN" b="1" i="0"/>
            <a:t>Challenges:</a:t>
          </a:r>
          <a:endParaRPr lang="en-IN" b="0" i="0"/>
        </a:p>
      </dgm:t>
    </dgm:pt>
    <dgm:pt modelId="{F79AC948-36C3-46BB-BCAE-EC716AEFA1D7}" type="parTrans" cxnId="{36ACD2C6-9BF2-450F-A21B-45EEFAD0B3A8}">
      <dgm:prSet/>
      <dgm:spPr/>
      <dgm:t>
        <a:bodyPr/>
        <a:lstStyle/>
        <a:p>
          <a:endParaRPr lang="en-IN"/>
        </a:p>
      </dgm:t>
    </dgm:pt>
    <dgm:pt modelId="{CC5DA707-60B8-47E2-9483-9FBE2543BF13}" type="sibTrans" cxnId="{36ACD2C6-9BF2-450F-A21B-45EEFAD0B3A8}">
      <dgm:prSet/>
      <dgm:spPr/>
      <dgm:t>
        <a:bodyPr/>
        <a:lstStyle/>
        <a:p>
          <a:endParaRPr lang="en-IN"/>
        </a:p>
      </dgm:t>
    </dgm:pt>
    <dgm:pt modelId="{5831672B-A578-468A-AE6D-06CD340D8517}">
      <dgm:prSet/>
      <dgm:spPr/>
      <dgm:t>
        <a:bodyPr/>
        <a:lstStyle/>
        <a:p>
          <a:pPr>
            <a:buFont typeface="Arial" panose="020B0604020202020204" pitchFamily="34" charset="0"/>
            <a:buChar char="•"/>
          </a:pPr>
          <a:r>
            <a:rPr lang="en-US" b="1" i="0" dirty="0"/>
            <a:t>Complexity of Languages</a:t>
          </a:r>
          <a:r>
            <a:rPr lang="en-US" b="0" i="0" dirty="0"/>
            <a:t>: Syntax, grammar, idioms, cultural nuances.</a:t>
          </a:r>
        </a:p>
      </dgm:t>
    </dgm:pt>
    <dgm:pt modelId="{694C9670-2357-40B1-8AC8-B165D5C571FC}" type="parTrans" cxnId="{44D84D7C-A7F4-4A13-A366-F5CE4A62D254}">
      <dgm:prSet/>
      <dgm:spPr/>
      <dgm:t>
        <a:bodyPr/>
        <a:lstStyle/>
        <a:p>
          <a:endParaRPr lang="en-IN"/>
        </a:p>
      </dgm:t>
    </dgm:pt>
    <dgm:pt modelId="{8839DA73-CE87-4036-8F84-9245C1D03259}" type="sibTrans" cxnId="{44D84D7C-A7F4-4A13-A366-F5CE4A62D254}">
      <dgm:prSet/>
      <dgm:spPr/>
      <dgm:t>
        <a:bodyPr/>
        <a:lstStyle/>
        <a:p>
          <a:endParaRPr lang="en-IN"/>
        </a:p>
      </dgm:t>
    </dgm:pt>
    <dgm:pt modelId="{491791F9-ECF1-402A-AE27-74C5CC8D4EA4}">
      <dgm:prSet/>
      <dgm:spPr/>
      <dgm:t>
        <a:bodyPr/>
        <a:lstStyle/>
        <a:p>
          <a:pPr>
            <a:buFont typeface="Arial" panose="020B0604020202020204" pitchFamily="34" charset="0"/>
            <a:buChar char="•"/>
          </a:pPr>
          <a:r>
            <a:rPr lang="en-US" b="1" i="0"/>
            <a:t>Context and Ambiguity</a:t>
          </a:r>
          <a:r>
            <a:rPr lang="en-US" b="0" i="0"/>
            <a:t>: Multiple meanings of words based on context.</a:t>
          </a:r>
        </a:p>
      </dgm:t>
    </dgm:pt>
    <dgm:pt modelId="{24983629-29D6-419D-B980-6AD3F7646704}" type="parTrans" cxnId="{F2B69625-FCC1-4A99-B89E-EE560440C436}">
      <dgm:prSet/>
      <dgm:spPr/>
      <dgm:t>
        <a:bodyPr/>
        <a:lstStyle/>
        <a:p>
          <a:endParaRPr lang="en-IN"/>
        </a:p>
      </dgm:t>
    </dgm:pt>
    <dgm:pt modelId="{446B5DE8-E5B3-481A-B8F2-24BF054D3213}" type="sibTrans" cxnId="{F2B69625-FCC1-4A99-B89E-EE560440C436}">
      <dgm:prSet/>
      <dgm:spPr/>
      <dgm:t>
        <a:bodyPr/>
        <a:lstStyle/>
        <a:p>
          <a:endParaRPr lang="en-IN"/>
        </a:p>
      </dgm:t>
    </dgm:pt>
    <dgm:pt modelId="{487A2969-EC79-4E3A-A3A1-513E0CE13C55}">
      <dgm:prSet/>
      <dgm:spPr/>
      <dgm:t>
        <a:bodyPr/>
        <a:lstStyle/>
        <a:p>
          <a:pPr>
            <a:buFont typeface="Arial" panose="020B0604020202020204" pitchFamily="34" charset="0"/>
            <a:buChar char="•"/>
          </a:pPr>
          <a:r>
            <a:rPr lang="en-IN" b="1" i="0" dirty="0"/>
            <a:t>Idiomatic Expressions</a:t>
          </a:r>
          <a:r>
            <a:rPr lang="en-IN" b="0" i="0" dirty="0"/>
            <a:t>: Non-literal phrases (e.g., “kick the bucket”).</a:t>
          </a:r>
        </a:p>
      </dgm:t>
    </dgm:pt>
    <dgm:pt modelId="{A979F165-73B3-41B6-AFCB-6079E53E9E65}" type="parTrans" cxnId="{7F1E906A-67CC-49AD-B187-5C1FF02EED02}">
      <dgm:prSet/>
      <dgm:spPr/>
      <dgm:t>
        <a:bodyPr/>
        <a:lstStyle/>
        <a:p>
          <a:endParaRPr lang="en-IN"/>
        </a:p>
      </dgm:t>
    </dgm:pt>
    <dgm:pt modelId="{80BDEE6C-F7FD-4462-B931-231C85171BD1}" type="sibTrans" cxnId="{7F1E906A-67CC-49AD-B187-5C1FF02EED02}">
      <dgm:prSet/>
      <dgm:spPr/>
      <dgm:t>
        <a:bodyPr/>
        <a:lstStyle/>
        <a:p>
          <a:endParaRPr lang="en-IN"/>
        </a:p>
      </dgm:t>
    </dgm:pt>
    <dgm:pt modelId="{B89AF932-193B-4E96-AE18-C05DC8CF3915}">
      <dgm:prSet/>
      <dgm:spPr/>
      <dgm:t>
        <a:bodyPr/>
        <a:lstStyle/>
        <a:p>
          <a:r>
            <a:rPr lang="en-IN" b="1" i="0"/>
            <a:t>Common Neural Network Methods:</a:t>
          </a:r>
          <a:endParaRPr lang="en-IN" b="0" i="0"/>
        </a:p>
      </dgm:t>
    </dgm:pt>
    <dgm:pt modelId="{66F5F89D-D19C-4322-952B-11F03745F059}" type="parTrans" cxnId="{614CC212-10B1-403F-AC6E-1A47B4BA06A2}">
      <dgm:prSet/>
      <dgm:spPr/>
      <dgm:t>
        <a:bodyPr/>
        <a:lstStyle/>
        <a:p>
          <a:endParaRPr lang="en-IN"/>
        </a:p>
      </dgm:t>
    </dgm:pt>
    <dgm:pt modelId="{AD432742-4F33-407E-B27C-0D6C68723F6A}" type="sibTrans" cxnId="{614CC212-10B1-403F-AC6E-1A47B4BA06A2}">
      <dgm:prSet/>
      <dgm:spPr/>
      <dgm:t>
        <a:bodyPr/>
        <a:lstStyle/>
        <a:p>
          <a:endParaRPr lang="en-IN"/>
        </a:p>
      </dgm:t>
    </dgm:pt>
    <dgm:pt modelId="{47C4631A-C739-4324-A99C-313AE7755AE3}">
      <dgm:prSet/>
      <dgm:spPr/>
      <dgm:t>
        <a:bodyPr/>
        <a:lstStyle/>
        <a:p>
          <a:pPr>
            <a:buFont typeface="Arial" panose="020B0604020202020204" pitchFamily="34" charset="0"/>
            <a:buChar char="•"/>
          </a:pPr>
          <a:r>
            <a:rPr lang="en-IN" b="1" i="0" dirty="0"/>
            <a:t>Recurrent Neural Networks (RNNs)</a:t>
          </a:r>
          <a:r>
            <a:rPr lang="en-IN" b="0" i="0" dirty="0"/>
            <a:t>:</a:t>
          </a:r>
        </a:p>
      </dgm:t>
    </dgm:pt>
    <dgm:pt modelId="{5448EED1-FEDE-4F7F-B72E-FBD6DC3B31DF}" type="parTrans" cxnId="{DE449C13-3558-4314-8E97-87119ADA2B21}">
      <dgm:prSet/>
      <dgm:spPr/>
      <dgm:t>
        <a:bodyPr/>
        <a:lstStyle/>
        <a:p>
          <a:endParaRPr lang="en-IN"/>
        </a:p>
      </dgm:t>
    </dgm:pt>
    <dgm:pt modelId="{FC4844F0-5AE2-4B63-B680-D5ED8D582351}" type="sibTrans" cxnId="{DE449C13-3558-4314-8E97-87119ADA2B21}">
      <dgm:prSet/>
      <dgm:spPr/>
      <dgm:t>
        <a:bodyPr/>
        <a:lstStyle/>
        <a:p>
          <a:endParaRPr lang="en-IN"/>
        </a:p>
      </dgm:t>
    </dgm:pt>
    <dgm:pt modelId="{CFEFA465-107A-4D3B-80C2-86CDFE06B41C}">
      <dgm:prSet/>
      <dgm:spPr/>
      <dgm:t>
        <a:bodyPr/>
        <a:lstStyle/>
        <a:p>
          <a:pPr>
            <a:buFont typeface="Arial" panose="020B0604020202020204" pitchFamily="34" charset="0"/>
            <a:buChar char="•"/>
          </a:pPr>
          <a:r>
            <a:rPr lang="en-US" b="0" i="0" dirty="0"/>
            <a:t>Early models used LSTMs and GRUs.</a:t>
          </a:r>
        </a:p>
      </dgm:t>
    </dgm:pt>
    <dgm:pt modelId="{91109095-A756-44A6-A805-10CFC35B84A2}" type="parTrans" cxnId="{851741B8-A7CD-49DE-B955-56151BA91A56}">
      <dgm:prSet/>
      <dgm:spPr/>
      <dgm:t>
        <a:bodyPr/>
        <a:lstStyle/>
        <a:p>
          <a:endParaRPr lang="en-IN"/>
        </a:p>
      </dgm:t>
    </dgm:pt>
    <dgm:pt modelId="{EFAAA947-29DC-42D0-95AD-421A628B3D98}" type="sibTrans" cxnId="{851741B8-A7CD-49DE-B955-56151BA91A56}">
      <dgm:prSet/>
      <dgm:spPr/>
      <dgm:t>
        <a:bodyPr/>
        <a:lstStyle/>
        <a:p>
          <a:endParaRPr lang="en-IN"/>
        </a:p>
      </dgm:t>
    </dgm:pt>
    <dgm:pt modelId="{A85C99BC-4220-4A9C-ABAC-F995A777029A}">
      <dgm:prSet/>
      <dgm:spPr/>
      <dgm:t>
        <a:bodyPr/>
        <a:lstStyle/>
        <a:p>
          <a:pPr>
            <a:buFont typeface="Arial" panose="020B0604020202020204" pitchFamily="34" charset="0"/>
            <a:buChar char="•"/>
          </a:pPr>
          <a:r>
            <a:rPr lang="en-IN" b="0" i="0" dirty="0"/>
            <a:t>Struggled with long-term dependencies.</a:t>
          </a:r>
        </a:p>
      </dgm:t>
    </dgm:pt>
    <dgm:pt modelId="{FE60B2E9-76A9-4994-B1B4-B3C0AA91E862}" type="parTrans" cxnId="{6B557FBF-290C-40DA-8D15-F258118319E8}">
      <dgm:prSet/>
      <dgm:spPr/>
      <dgm:t>
        <a:bodyPr/>
        <a:lstStyle/>
        <a:p>
          <a:endParaRPr lang="en-IN"/>
        </a:p>
      </dgm:t>
    </dgm:pt>
    <dgm:pt modelId="{819BD950-6802-4EAD-87D1-8D6868B60AC5}" type="sibTrans" cxnId="{6B557FBF-290C-40DA-8D15-F258118319E8}">
      <dgm:prSet/>
      <dgm:spPr/>
      <dgm:t>
        <a:bodyPr/>
        <a:lstStyle/>
        <a:p>
          <a:endParaRPr lang="en-IN"/>
        </a:p>
      </dgm:t>
    </dgm:pt>
    <dgm:pt modelId="{49867D66-ED27-4591-B0A8-272850514776}">
      <dgm:prSet/>
      <dgm:spPr/>
      <dgm:t>
        <a:bodyPr/>
        <a:lstStyle/>
        <a:p>
          <a:pPr>
            <a:buFont typeface="Arial" panose="020B0604020202020204" pitchFamily="34" charset="0"/>
            <a:buChar char="•"/>
          </a:pPr>
          <a:r>
            <a:rPr lang="en-IN" b="1" i="0"/>
            <a:t>Transformers</a:t>
          </a:r>
          <a:r>
            <a:rPr lang="en-IN" b="0" i="0"/>
            <a:t>:</a:t>
          </a:r>
        </a:p>
      </dgm:t>
    </dgm:pt>
    <dgm:pt modelId="{6B8AB53E-49BF-46BE-B690-CEA5A175CA14}" type="parTrans" cxnId="{F8BB0E81-6424-4419-901D-B82F97DF8E40}">
      <dgm:prSet/>
      <dgm:spPr/>
      <dgm:t>
        <a:bodyPr/>
        <a:lstStyle/>
        <a:p>
          <a:endParaRPr lang="en-IN"/>
        </a:p>
      </dgm:t>
    </dgm:pt>
    <dgm:pt modelId="{EAFC1869-C7DB-4AE0-8A28-A40F31B93C2C}" type="sibTrans" cxnId="{F8BB0E81-6424-4419-901D-B82F97DF8E40}">
      <dgm:prSet/>
      <dgm:spPr/>
      <dgm:t>
        <a:bodyPr/>
        <a:lstStyle/>
        <a:p>
          <a:endParaRPr lang="en-IN"/>
        </a:p>
      </dgm:t>
    </dgm:pt>
    <dgm:pt modelId="{1827DB65-E3C1-4477-8397-0E277F20006B}">
      <dgm:prSet/>
      <dgm:spPr/>
      <dgm:t>
        <a:bodyPr/>
        <a:lstStyle/>
        <a:p>
          <a:pPr>
            <a:buFont typeface="Arial" panose="020B0604020202020204" pitchFamily="34" charset="0"/>
            <a:buChar char="•"/>
          </a:pPr>
          <a:r>
            <a:rPr lang="en-US" b="0" i="0" dirty="0"/>
            <a:t>Most successful and widely used.</a:t>
          </a:r>
          <a:r>
            <a:rPr lang="en-IN" b="0" i="0" dirty="0"/>
            <a:t>.</a:t>
          </a:r>
          <a:endParaRPr lang="en-US" b="0" i="0" dirty="0"/>
        </a:p>
      </dgm:t>
    </dgm:pt>
    <dgm:pt modelId="{34DAF723-4003-41A2-AC0D-ED38838108A8}" type="parTrans" cxnId="{EC3A1946-DF57-49EB-B7D9-128BCAA04029}">
      <dgm:prSet/>
      <dgm:spPr/>
      <dgm:t>
        <a:bodyPr/>
        <a:lstStyle/>
        <a:p>
          <a:endParaRPr lang="en-IN"/>
        </a:p>
      </dgm:t>
    </dgm:pt>
    <dgm:pt modelId="{318D418B-031E-4E91-B464-F4B4285E63A1}" type="sibTrans" cxnId="{EC3A1946-DF57-49EB-B7D9-128BCAA04029}">
      <dgm:prSet/>
      <dgm:spPr/>
      <dgm:t>
        <a:bodyPr/>
        <a:lstStyle/>
        <a:p>
          <a:endParaRPr lang="en-IN"/>
        </a:p>
      </dgm:t>
    </dgm:pt>
    <dgm:pt modelId="{F2202911-3054-4004-A708-E08CE9748E14}">
      <dgm:prSet/>
      <dgm:spPr/>
      <dgm:t>
        <a:bodyPr/>
        <a:lstStyle/>
        <a:p>
          <a:pPr>
            <a:buFont typeface="Arial" panose="020B0604020202020204" pitchFamily="34" charset="0"/>
            <a:buChar char="•"/>
          </a:pPr>
          <a:r>
            <a:rPr lang="en-US" b="0" i="0" dirty="0"/>
            <a:t>Backbone of models like BERT and GPT.</a:t>
          </a:r>
        </a:p>
      </dgm:t>
    </dgm:pt>
    <dgm:pt modelId="{7E609DF5-2AE7-4AD9-8834-06B1344D41D8}" type="parTrans" cxnId="{EBA9DF2A-3236-4067-9E17-7B087D732A0A}">
      <dgm:prSet/>
      <dgm:spPr/>
      <dgm:t>
        <a:bodyPr/>
        <a:lstStyle/>
        <a:p>
          <a:endParaRPr lang="en-IN"/>
        </a:p>
      </dgm:t>
    </dgm:pt>
    <dgm:pt modelId="{3824424D-8ED4-4603-B15D-D6385EEA8F1A}" type="sibTrans" cxnId="{EBA9DF2A-3236-4067-9E17-7B087D732A0A}">
      <dgm:prSet/>
      <dgm:spPr/>
      <dgm:t>
        <a:bodyPr/>
        <a:lstStyle/>
        <a:p>
          <a:endParaRPr lang="en-IN"/>
        </a:p>
      </dgm:t>
    </dgm:pt>
    <dgm:pt modelId="{A54427CB-C4B5-4712-B1F1-63D2633953A9}" type="pres">
      <dgm:prSet presAssocID="{240D4708-6521-40E4-9A9A-7BEC7542BD80}" presName="linear" presStyleCnt="0">
        <dgm:presLayoutVars>
          <dgm:dir/>
          <dgm:animLvl val="lvl"/>
          <dgm:resizeHandles val="exact"/>
        </dgm:presLayoutVars>
      </dgm:prSet>
      <dgm:spPr/>
    </dgm:pt>
    <dgm:pt modelId="{2294B7AA-3A5A-4E98-9582-82B233998B29}" type="pres">
      <dgm:prSet presAssocID="{8C9CDE06-D5AC-4D5A-8B50-111B08A44B55}" presName="parentLin" presStyleCnt="0"/>
      <dgm:spPr/>
    </dgm:pt>
    <dgm:pt modelId="{5F476039-340A-4731-9667-3C16331D819E}" type="pres">
      <dgm:prSet presAssocID="{8C9CDE06-D5AC-4D5A-8B50-111B08A44B55}" presName="parentLeftMargin" presStyleLbl="node1" presStyleIdx="0" presStyleCnt="3"/>
      <dgm:spPr/>
    </dgm:pt>
    <dgm:pt modelId="{9E84C00F-5457-41CF-909E-5EB0B6D4CF31}" type="pres">
      <dgm:prSet presAssocID="{8C9CDE06-D5AC-4D5A-8B50-111B08A44B55}" presName="parentText" presStyleLbl="node1" presStyleIdx="0" presStyleCnt="3">
        <dgm:presLayoutVars>
          <dgm:chMax val="0"/>
          <dgm:bulletEnabled val="1"/>
        </dgm:presLayoutVars>
      </dgm:prSet>
      <dgm:spPr/>
    </dgm:pt>
    <dgm:pt modelId="{0C8A8131-03A4-48EA-A1B7-F6211ED82C09}" type="pres">
      <dgm:prSet presAssocID="{8C9CDE06-D5AC-4D5A-8B50-111B08A44B55}" presName="negativeSpace" presStyleCnt="0"/>
      <dgm:spPr/>
    </dgm:pt>
    <dgm:pt modelId="{BBECC2F2-6233-4521-8415-C83F404C76A0}" type="pres">
      <dgm:prSet presAssocID="{8C9CDE06-D5AC-4D5A-8B50-111B08A44B55}" presName="childText" presStyleLbl="conFgAcc1" presStyleIdx="0" presStyleCnt="3">
        <dgm:presLayoutVars>
          <dgm:bulletEnabled val="1"/>
        </dgm:presLayoutVars>
      </dgm:prSet>
      <dgm:spPr/>
    </dgm:pt>
    <dgm:pt modelId="{F1F2FAEE-98D3-4031-9C16-4B19A9566A81}" type="pres">
      <dgm:prSet presAssocID="{C43998B5-A280-47CA-91B9-DAA95A79037E}" presName="spaceBetweenRectangles" presStyleCnt="0"/>
      <dgm:spPr/>
    </dgm:pt>
    <dgm:pt modelId="{D6974389-0AC8-4D4F-A533-AB416CEC6CF2}" type="pres">
      <dgm:prSet presAssocID="{0165EE87-1800-4A54-A3F1-F91142A9FF75}" presName="parentLin" presStyleCnt="0"/>
      <dgm:spPr/>
    </dgm:pt>
    <dgm:pt modelId="{75162AFC-FC48-4A4E-A8FD-A4526092B163}" type="pres">
      <dgm:prSet presAssocID="{0165EE87-1800-4A54-A3F1-F91142A9FF75}" presName="parentLeftMargin" presStyleLbl="node1" presStyleIdx="0" presStyleCnt="3"/>
      <dgm:spPr/>
    </dgm:pt>
    <dgm:pt modelId="{02187723-131D-4921-8E2C-6B585B5DB57F}" type="pres">
      <dgm:prSet presAssocID="{0165EE87-1800-4A54-A3F1-F91142A9FF75}" presName="parentText" presStyleLbl="node1" presStyleIdx="1" presStyleCnt="3">
        <dgm:presLayoutVars>
          <dgm:chMax val="0"/>
          <dgm:bulletEnabled val="1"/>
        </dgm:presLayoutVars>
      </dgm:prSet>
      <dgm:spPr/>
    </dgm:pt>
    <dgm:pt modelId="{0288D628-1C5C-4936-B689-A59D7AA8DB57}" type="pres">
      <dgm:prSet presAssocID="{0165EE87-1800-4A54-A3F1-F91142A9FF75}" presName="negativeSpace" presStyleCnt="0"/>
      <dgm:spPr/>
    </dgm:pt>
    <dgm:pt modelId="{9ACE302D-B9F6-4E8A-9AD5-D5CB198AA7CB}" type="pres">
      <dgm:prSet presAssocID="{0165EE87-1800-4A54-A3F1-F91142A9FF75}" presName="childText" presStyleLbl="conFgAcc1" presStyleIdx="1" presStyleCnt="3">
        <dgm:presLayoutVars>
          <dgm:bulletEnabled val="1"/>
        </dgm:presLayoutVars>
      </dgm:prSet>
      <dgm:spPr/>
    </dgm:pt>
    <dgm:pt modelId="{9C0EDDB6-69EB-47E2-ABBE-11814FA174BC}" type="pres">
      <dgm:prSet presAssocID="{CC5DA707-60B8-47E2-9483-9FBE2543BF13}" presName="spaceBetweenRectangles" presStyleCnt="0"/>
      <dgm:spPr/>
    </dgm:pt>
    <dgm:pt modelId="{D8D9946F-94FD-406C-B7B5-A5FE9FA78E9C}" type="pres">
      <dgm:prSet presAssocID="{B89AF932-193B-4E96-AE18-C05DC8CF3915}" presName="parentLin" presStyleCnt="0"/>
      <dgm:spPr/>
    </dgm:pt>
    <dgm:pt modelId="{C38F4E34-40C4-43EB-815E-45F7B246B68D}" type="pres">
      <dgm:prSet presAssocID="{B89AF932-193B-4E96-AE18-C05DC8CF3915}" presName="parentLeftMargin" presStyleLbl="node1" presStyleIdx="1" presStyleCnt="3"/>
      <dgm:spPr/>
    </dgm:pt>
    <dgm:pt modelId="{895181D8-43CE-4F8B-9C40-C1F4048300C3}" type="pres">
      <dgm:prSet presAssocID="{B89AF932-193B-4E96-AE18-C05DC8CF3915}" presName="parentText" presStyleLbl="node1" presStyleIdx="2" presStyleCnt="3">
        <dgm:presLayoutVars>
          <dgm:chMax val="0"/>
          <dgm:bulletEnabled val="1"/>
        </dgm:presLayoutVars>
      </dgm:prSet>
      <dgm:spPr/>
    </dgm:pt>
    <dgm:pt modelId="{FF95F2F7-25F1-4E39-B13F-18E7CD461F06}" type="pres">
      <dgm:prSet presAssocID="{B89AF932-193B-4E96-AE18-C05DC8CF3915}" presName="negativeSpace" presStyleCnt="0"/>
      <dgm:spPr/>
    </dgm:pt>
    <dgm:pt modelId="{A71FFCFE-F982-4FE6-B9C8-BA0DB97D8270}" type="pres">
      <dgm:prSet presAssocID="{B89AF932-193B-4E96-AE18-C05DC8CF3915}" presName="childText" presStyleLbl="conFgAcc1" presStyleIdx="2" presStyleCnt="3" custLinFactNeighborX="3" custLinFactNeighborY="-13487">
        <dgm:presLayoutVars>
          <dgm:bulletEnabled val="1"/>
        </dgm:presLayoutVars>
      </dgm:prSet>
      <dgm:spPr/>
    </dgm:pt>
  </dgm:ptLst>
  <dgm:cxnLst>
    <dgm:cxn modelId="{2BD36C01-3DEF-4CBC-A847-62B00E6D686A}" type="presOf" srcId="{491791F9-ECF1-402A-AE27-74C5CC8D4EA4}" destId="{9ACE302D-B9F6-4E8A-9AD5-D5CB198AA7CB}" srcOrd="0" destOrd="1" presId="urn:microsoft.com/office/officeart/2005/8/layout/list1"/>
    <dgm:cxn modelId="{614CC212-10B1-403F-AC6E-1A47B4BA06A2}" srcId="{240D4708-6521-40E4-9A9A-7BEC7542BD80}" destId="{B89AF932-193B-4E96-AE18-C05DC8CF3915}" srcOrd="2" destOrd="0" parTransId="{66F5F89D-D19C-4322-952B-11F03745F059}" sibTransId="{AD432742-4F33-407E-B27C-0D6C68723F6A}"/>
    <dgm:cxn modelId="{DE449C13-3558-4314-8E97-87119ADA2B21}" srcId="{B89AF932-193B-4E96-AE18-C05DC8CF3915}" destId="{47C4631A-C739-4324-A99C-313AE7755AE3}" srcOrd="0" destOrd="0" parTransId="{5448EED1-FEDE-4F7F-B72E-FBD6DC3B31DF}" sibTransId="{FC4844F0-5AE2-4B63-B680-D5ED8D582351}"/>
    <dgm:cxn modelId="{E7B48619-0B30-4B7A-8D39-5F48572D6D75}" srcId="{8C9CDE06-D5AC-4D5A-8B50-111B08A44B55}" destId="{2ABEF3DB-7D9E-454D-9ED5-5F089C767EFF}" srcOrd="0" destOrd="0" parTransId="{A1B52DF0-225A-44B3-9DB9-AA4DE6532726}" sibTransId="{508EBACD-4A7B-40F0-B951-C6EE8E82993C}"/>
    <dgm:cxn modelId="{F2B69625-FCC1-4A99-B89E-EE560440C436}" srcId="{0165EE87-1800-4A54-A3F1-F91142A9FF75}" destId="{491791F9-ECF1-402A-AE27-74C5CC8D4EA4}" srcOrd="1" destOrd="0" parTransId="{24983629-29D6-419D-B980-6AD3F7646704}" sibTransId="{446B5DE8-E5B3-481A-B8F2-24BF054D3213}"/>
    <dgm:cxn modelId="{B116E428-53C2-43F5-A32D-6A79A6F474E4}" type="presOf" srcId="{2ABEF3DB-7D9E-454D-9ED5-5F089C767EFF}" destId="{BBECC2F2-6233-4521-8415-C83F404C76A0}" srcOrd="0" destOrd="0" presId="urn:microsoft.com/office/officeart/2005/8/layout/list1"/>
    <dgm:cxn modelId="{D1149429-DA40-4726-8ECA-6EC101145B54}" type="presOf" srcId="{5831672B-A578-468A-AE6D-06CD340D8517}" destId="{9ACE302D-B9F6-4E8A-9AD5-D5CB198AA7CB}" srcOrd="0" destOrd="0" presId="urn:microsoft.com/office/officeart/2005/8/layout/list1"/>
    <dgm:cxn modelId="{EBA9DF2A-3236-4067-9E17-7B087D732A0A}" srcId="{B89AF932-193B-4E96-AE18-C05DC8CF3915}" destId="{F2202911-3054-4004-A708-E08CE9748E14}" srcOrd="2" destOrd="0" parTransId="{7E609DF5-2AE7-4AD9-8834-06B1344D41D8}" sibTransId="{3824424D-8ED4-4603-B15D-D6385EEA8F1A}"/>
    <dgm:cxn modelId="{96146E36-2B25-4C90-89BF-93CE58822A51}" srcId="{8C9CDE06-D5AC-4D5A-8B50-111B08A44B55}" destId="{445874B5-108D-4F29-9590-4D5FFE8B2566}" srcOrd="1" destOrd="0" parTransId="{CFF9DC32-CAF4-449A-80AF-6851B071A8FB}" sibTransId="{DC47F7DF-9462-4632-B90D-B0162AD9885D}"/>
    <dgm:cxn modelId="{EC3A1946-DF57-49EB-B7D9-128BCAA04029}" srcId="{49867D66-ED27-4591-B0A8-272850514776}" destId="{1827DB65-E3C1-4477-8397-0E277F20006B}" srcOrd="0" destOrd="0" parTransId="{34DAF723-4003-41A2-AC0D-ED38838108A8}" sibTransId="{318D418B-031E-4E91-B464-F4B4285E63A1}"/>
    <dgm:cxn modelId="{F3E58046-C8F2-4498-B185-58C79A274199}" type="presOf" srcId="{240D4708-6521-40E4-9A9A-7BEC7542BD80}" destId="{A54427CB-C4B5-4712-B1F1-63D2633953A9}" srcOrd="0" destOrd="0" presId="urn:microsoft.com/office/officeart/2005/8/layout/list1"/>
    <dgm:cxn modelId="{FA91A849-A057-4477-A09D-2D62D910DB00}" type="presOf" srcId="{B89AF932-193B-4E96-AE18-C05DC8CF3915}" destId="{895181D8-43CE-4F8B-9C40-C1F4048300C3}" srcOrd="1" destOrd="0" presId="urn:microsoft.com/office/officeart/2005/8/layout/list1"/>
    <dgm:cxn modelId="{7F1E906A-67CC-49AD-B187-5C1FF02EED02}" srcId="{0165EE87-1800-4A54-A3F1-F91142A9FF75}" destId="{487A2969-EC79-4E3A-A3A1-513E0CE13C55}" srcOrd="2" destOrd="0" parTransId="{A979F165-73B3-41B6-AFCB-6079E53E9E65}" sibTransId="{80BDEE6C-F7FD-4462-B931-231C85171BD1}"/>
    <dgm:cxn modelId="{BF2F3576-151B-4194-983A-3FE88A8AA82F}" type="presOf" srcId="{CFEFA465-107A-4D3B-80C2-86CDFE06B41C}" destId="{A71FFCFE-F982-4FE6-B9C8-BA0DB97D8270}" srcOrd="0" destOrd="1" presId="urn:microsoft.com/office/officeart/2005/8/layout/list1"/>
    <dgm:cxn modelId="{44D84D7C-A7F4-4A13-A366-F5CE4A62D254}" srcId="{0165EE87-1800-4A54-A3F1-F91142A9FF75}" destId="{5831672B-A578-468A-AE6D-06CD340D8517}" srcOrd="0" destOrd="0" parTransId="{694C9670-2357-40B1-8AC8-B165D5C571FC}" sibTransId="{8839DA73-CE87-4036-8F84-9245C1D03259}"/>
    <dgm:cxn modelId="{F8BB0E81-6424-4419-901D-B82F97DF8E40}" srcId="{B89AF932-193B-4E96-AE18-C05DC8CF3915}" destId="{49867D66-ED27-4591-B0A8-272850514776}" srcOrd="1" destOrd="0" parTransId="{6B8AB53E-49BF-46BE-B690-CEA5A175CA14}" sibTransId="{EAFC1869-C7DB-4AE0-8A28-A40F31B93C2C}"/>
    <dgm:cxn modelId="{5C3CF186-767A-4E0E-A3C9-BBFDAE1C815E}" type="presOf" srcId="{8C9CDE06-D5AC-4D5A-8B50-111B08A44B55}" destId="{9E84C00F-5457-41CF-909E-5EB0B6D4CF31}" srcOrd="1" destOrd="0" presId="urn:microsoft.com/office/officeart/2005/8/layout/list1"/>
    <dgm:cxn modelId="{887D0195-61BC-46F8-8DB1-0F62E652579A}" type="presOf" srcId="{B89AF932-193B-4E96-AE18-C05DC8CF3915}" destId="{C38F4E34-40C4-43EB-815E-45F7B246B68D}" srcOrd="0" destOrd="0" presId="urn:microsoft.com/office/officeart/2005/8/layout/list1"/>
    <dgm:cxn modelId="{54623AA0-19F8-4FDD-8255-9957D15E9270}" type="presOf" srcId="{A85C99BC-4220-4A9C-ABAC-F995A777029A}" destId="{A71FFCFE-F982-4FE6-B9C8-BA0DB97D8270}" srcOrd="0" destOrd="2" presId="urn:microsoft.com/office/officeart/2005/8/layout/list1"/>
    <dgm:cxn modelId="{595731AB-A382-48A8-BFFA-A45572500F15}" type="presOf" srcId="{1827DB65-E3C1-4477-8397-0E277F20006B}" destId="{A71FFCFE-F982-4FE6-B9C8-BA0DB97D8270}" srcOrd="0" destOrd="4" presId="urn:microsoft.com/office/officeart/2005/8/layout/list1"/>
    <dgm:cxn modelId="{851741B8-A7CD-49DE-B955-56151BA91A56}" srcId="{47C4631A-C739-4324-A99C-313AE7755AE3}" destId="{CFEFA465-107A-4D3B-80C2-86CDFE06B41C}" srcOrd="0" destOrd="0" parTransId="{91109095-A756-44A6-A805-10CFC35B84A2}" sibTransId="{EFAAA947-29DC-42D0-95AD-421A628B3D98}"/>
    <dgm:cxn modelId="{F684D5B8-B81A-4AEF-86FB-3A14E8A40549}" type="presOf" srcId="{47C4631A-C739-4324-A99C-313AE7755AE3}" destId="{A71FFCFE-F982-4FE6-B9C8-BA0DB97D8270}" srcOrd="0" destOrd="0" presId="urn:microsoft.com/office/officeart/2005/8/layout/list1"/>
    <dgm:cxn modelId="{868F5AB9-5960-4261-9451-404343E2A178}" type="presOf" srcId="{49867D66-ED27-4591-B0A8-272850514776}" destId="{A71FFCFE-F982-4FE6-B9C8-BA0DB97D8270}" srcOrd="0" destOrd="3" presId="urn:microsoft.com/office/officeart/2005/8/layout/list1"/>
    <dgm:cxn modelId="{E7B1F9BE-77A4-4F17-8A0B-6F97DA3AA09B}" type="presOf" srcId="{445874B5-108D-4F29-9590-4D5FFE8B2566}" destId="{BBECC2F2-6233-4521-8415-C83F404C76A0}" srcOrd="0" destOrd="1" presId="urn:microsoft.com/office/officeart/2005/8/layout/list1"/>
    <dgm:cxn modelId="{6B557FBF-290C-40DA-8D15-F258118319E8}" srcId="{47C4631A-C739-4324-A99C-313AE7755AE3}" destId="{A85C99BC-4220-4A9C-ABAC-F995A777029A}" srcOrd="1" destOrd="0" parTransId="{FE60B2E9-76A9-4994-B1B4-B3C0AA91E862}" sibTransId="{819BD950-6802-4EAD-87D1-8D6868B60AC5}"/>
    <dgm:cxn modelId="{258926C3-D790-45AC-9392-EE881667D80D}" type="presOf" srcId="{487A2969-EC79-4E3A-A3A1-513E0CE13C55}" destId="{9ACE302D-B9F6-4E8A-9AD5-D5CB198AA7CB}" srcOrd="0" destOrd="2" presId="urn:microsoft.com/office/officeart/2005/8/layout/list1"/>
    <dgm:cxn modelId="{36ACD2C6-9BF2-450F-A21B-45EEFAD0B3A8}" srcId="{240D4708-6521-40E4-9A9A-7BEC7542BD80}" destId="{0165EE87-1800-4A54-A3F1-F91142A9FF75}" srcOrd="1" destOrd="0" parTransId="{F79AC948-36C3-46BB-BCAE-EC716AEFA1D7}" sibTransId="{CC5DA707-60B8-47E2-9483-9FBE2543BF13}"/>
    <dgm:cxn modelId="{91CD2ED2-C267-4FED-8A0E-1B0D4D6FAEAD}" type="presOf" srcId="{8C9CDE06-D5AC-4D5A-8B50-111B08A44B55}" destId="{5F476039-340A-4731-9667-3C16331D819E}" srcOrd="0" destOrd="0" presId="urn:microsoft.com/office/officeart/2005/8/layout/list1"/>
    <dgm:cxn modelId="{BCE4E0D9-B6EA-443A-9AFB-848F8B5E486E}" type="presOf" srcId="{F2202911-3054-4004-A708-E08CE9748E14}" destId="{A71FFCFE-F982-4FE6-B9C8-BA0DB97D8270}" srcOrd="0" destOrd="5" presId="urn:microsoft.com/office/officeart/2005/8/layout/list1"/>
    <dgm:cxn modelId="{297297DC-59FA-4E3F-BED7-76B6C3C730CF}" type="presOf" srcId="{0165EE87-1800-4A54-A3F1-F91142A9FF75}" destId="{75162AFC-FC48-4A4E-A8FD-A4526092B163}" srcOrd="0" destOrd="0" presId="urn:microsoft.com/office/officeart/2005/8/layout/list1"/>
    <dgm:cxn modelId="{9A7867F1-1125-4EB2-A4F2-F2843D8EB9A2}" srcId="{240D4708-6521-40E4-9A9A-7BEC7542BD80}" destId="{8C9CDE06-D5AC-4D5A-8B50-111B08A44B55}" srcOrd="0" destOrd="0" parTransId="{0D9CC387-3204-42DD-9DFC-AC557443574B}" sibTransId="{C43998B5-A280-47CA-91B9-DAA95A79037E}"/>
    <dgm:cxn modelId="{B1FB7AFC-279F-4313-9076-21A2A0AE251C}" type="presOf" srcId="{0165EE87-1800-4A54-A3F1-F91142A9FF75}" destId="{02187723-131D-4921-8E2C-6B585B5DB57F}" srcOrd="1" destOrd="0" presId="urn:microsoft.com/office/officeart/2005/8/layout/list1"/>
    <dgm:cxn modelId="{B5E30C89-7096-4031-9D98-FD6DB29FB96C}" type="presParOf" srcId="{A54427CB-C4B5-4712-B1F1-63D2633953A9}" destId="{2294B7AA-3A5A-4E98-9582-82B233998B29}" srcOrd="0" destOrd="0" presId="urn:microsoft.com/office/officeart/2005/8/layout/list1"/>
    <dgm:cxn modelId="{F9A690EB-4DA7-4C1C-B630-DDB2A50009C0}" type="presParOf" srcId="{2294B7AA-3A5A-4E98-9582-82B233998B29}" destId="{5F476039-340A-4731-9667-3C16331D819E}" srcOrd="0" destOrd="0" presId="urn:microsoft.com/office/officeart/2005/8/layout/list1"/>
    <dgm:cxn modelId="{98C6CAA9-D0D6-49D6-AE5A-7DBBAE359682}" type="presParOf" srcId="{2294B7AA-3A5A-4E98-9582-82B233998B29}" destId="{9E84C00F-5457-41CF-909E-5EB0B6D4CF31}" srcOrd="1" destOrd="0" presId="urn:microsoft.com/office/officeart/2005/8/layout/list1"/>
    <dgm:cxn modelId="{FADBBB57-F629-4D53-82F8-52E326E043EC}" type="presParOf" srcId="{A54427CB-C4B5-4712-B1F1-63D2633953A9}" destId="{0C8A8131-03A4-48EA-A1B7-F6211ED82C09}" srcOrd="1" destOrd="0" presId="urn:microsoft.com/office/officeart/2005/8/layout/list1"/>
    <dgm:cxn modelId="{815CC120-1B59-46DF-A715-4A24629966FC}" type="presParOf" srcId="{A54427CB-C4B5-4712-B1F1-63D2633953A9}" destId="{BBECC2F2-6233-4521-8415-C83F404C76A0}" srcOrd="2" destOrd="0" presId="urn:microsoft.com/office/officeart/2005/8/layout/list1"/>
    <dgm:cxn modelId="{68F8603E-B156-4083-9A7D-FE27D94029E8}" type="presParOf" srcId="{A54427CB-C4B5-4712-B1F1-63D2633953A9}" destId="{F1F2FAEE-98D3-4031-9C16-4B19A9566A81}" srcOrd="3" destOrd="0" presId="urn:microsoft.com/office/officeart/2005/8/layout/list1"/>
    <dgm:cxn modelId="{8A75AB38-FF3E-403C-BF22-44447512F514}" type="presParOf" srcId="{A54427CB-C4B5-4712-B1F1-63D2633953A9}" destId="{D6974389-0AC8-4D4F-A533-AB416CEC6CF2}" srcOrd="4" destOrd="0" presId="urn:microsoft.com/office/officeart/2005/8/layout/list1"/>
    <dgm:cxn modelId="{BAD07EAF-1553-4F53-A874-9B507501E271}" type="presParOf" srcId="{D6974389-0AC8-4D4F-A533-AB416CEC6CF2}" destId="{75162AFC-FC48-4A4E-A8FD-A4526092B163}" srcOrd="0" destOrd="0" presId="urn:microsoft.com/office/officeart/2005/8/layout/list1"/>
    <dgm:cxn modelId="{81370166-3B35-4AA6-A115-EF33C6CEF36C}" type="presParOf" srcId="{D6974389-0AC8-4D4F-A533-AB416CEC6CF2}" destId="{02187723-131D-4921-8E2C-6B585B5DB57F}" srcOrd="1" destOrd="0" presId="urn:microsoft.com/office/officeart/2005/8/layout/list1"/>
    <dgm:cxn modelId="{CF9F64AF-8775-4643-AFE0-E5D26FDA6636}" type="presParOf" srcId="{A54427CB-C4B5-4712-B1F1-63D2633953A9}" destId="{0288D628-1C5C-4936-B689-A59D7AA8DB57}" srcOrd="5" destOrd="0" presId="urn:microsoft.com/office/officeart/2005/8/layout/list1"/>
    <dgm:cxn modelId="{CD5CDC75-7517-463A-A315-38CE9B37F9E7}" type="presParOf" srcId="{A54427CB-C4B5-4712-B1F1-63D2633953A9}" destId="{9ACE302D-B9F6-4E8A-9AD5-D5CB198AA7CB}" srcOrd="6" destOrd="0" presId="urn:microsoft.com/office/officeart/2005/8/layout/list1"/>
    <dgm:cxn modelId="{1C225EFB-A537-4A2E-B6D1-68FD41E704F5}" type="presParOf" srcId="{A54427CB-C4B5-4712-B1F1-63D2633953A9}" destId="{9C0EDDB6-69EB-47E2-ABBE-11814FA174BC}" srcOrd="7" destOrd="0" presId="urn:microsoft.com/office/officeart/2005/8/layout/list1"/>
    <dgm:cxn modelId="{B6AB9779-562F-4FD1-899D-C37AB30AB56E}" type="presParOf" srcId="{A54427CB-C4B5-4712-B1F1-63D2633953A9}" destId="{D8D9946F-94FD-406C-B7B5-A5FE9FA78E9C}" srcOrd="8" destOrd="0" presId="urn:microsoft.com/office/officeart/2005/8/layout/list1"/>
    <dgm:cxn modelId="{C2971465-1099-4320-A985-064D6753B6BC}" type="presParOf" srcId="{D8D9946F-94FD-406C-B7B5-A5FE9FA78E9C}" destId="{C38F4E34-40C4-43EB-815E-45F7B246B68D}" srcOrd="0" destOrd="0" presId="urn:microsoft.com/office/officeart/2005/8/layout/list1"/>
    <dgm:cxn modelId="{3B73628A-2C37-4FC0-B181-09388AC8F38C}" type="presParOf" srcId="{D8D9946F-94FD-406C-B7B5-A5FE9FA78E9C}" destId="{895181D8-43CE-4F8B-9C40-C1F4048300C3}" srcOrd="1" destOrd="0" presId="urn:microsoft.com/office/officeart/2005/8/layout/list1"/>
    <dgm:cxn modelId="{2A2537A7-DB32-48B4-BB20-E046E528B17A}" type="presParOf" srcId="{A54427CB-C4B5-4712-B1F1-63D2633953A9}" destId="{FF95F2F7-25F1-4E39-B13F-18E7CD461F06}" srcOrd="9" destOrd="0" presId="urn:microsoft.com/office/officeart/2005/8/layout/list1"/>
    <dgm:cxn modelId="{164F14E3-CEF8-437D-9C65-95F334C35492}" type="presParOf" srcId="{A54427CB-C4B5-4712-B1F1-63D2633953A9}" destId="{A71FFCFE-F982-4FE6-B9C8-BA0DB97D827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CC2F2-6233-4521-8415-C83F404C76A0}">
      <dsp:nvSpPr>
        <dsp:cNvPr id="0" name=""/>
        <dsp:cNvSpPr/>
      </dsp:nvSpPr>
      <dsp:spPr>
        <a:xfrm>
          <a:off x="0" y="330981"/>
          <a:ext cx="10058399" cy="8158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91592" rIns="780644"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t>Using AI to automatically translate text or speech between languages.</a:t>
          </a: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t>Utilizes NLP and deep learning techniques.</a:t>
          </a:r>
        </a:p>
      </dsp:txBody>
      <dsp:txXfrm>
        <a:off x="0" y="330981"/>
        <a:ext cx="10058399" cy="815850"/>
      </dsp:txXfrm>
    </dsp:sp>
    <dsp:sp modelId="{9E84C00F-5457-41CF-909E-5EB0B6D4CF31}">
      <dsp:nvSpPr>
        <dsp:cNvPr id="0" name=""/>
        <dsp:cNvSpPr/>
      </dsp:nvSpPr>
      <dsp:spPr>
        <a:xfrm>
          <a:off x="502920" y="124341"/>
          <a:ext cx="7040880"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IN" sz="1400" b="1" i="0" kern="1200"/>
            <a:t>Definition:</a:t>
          </a:r>
          <a:endParaRPr lang="en-IN" sz="1400" kern="1200"/>
        </a:p>
      </dsp:txBody>
      <dsp:txXfrm>
        <a:off x="523095" y="144516"/>
        <a:ext cx="7000530" cy="372930"/>
      </dsp:txXfrm>
    </dsp:sp>
    <dsp:sp modelId="{9ACE302D-B9F6-4E8A-9AD5-D5CB198AA7CB}">
      <dsp:nvSpPr>
        <dsp:cNvPr id="0" name=""/>
        <dsp:cNvSpPr/>
      </dsp:nvSpPr>
      <dsp:spPr>
        <a:xfrm>
          <a:off x="0" y="1429071"/>
          <a:ext cx="10058399" cy="1058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91592" rIns="780644"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1" i="0" kern="1200" dirty="0"/>
            <a:t>Complexity of Languages</a:t>
          </a:r>
          <a:r>
            <a:rPr lang="en-US" sz="1400" b="0" i="0" kern="1200" dirty="0"/>
            <a:t>: Syntax, grammar, idioms, cultural nuances.</a:t>
          </a:r>
        </a:p>
        <a:p>
          <a:pPr marL="114300" lvl="1" indent="-114300" algn="l" defTabSz="622300">
            <a:lnSpc>
              <a:spcPct val="90000"/>
            </a:lnSpc>
            <a:spcBef>
              <a:spcPct val="0"/>
            </a:spcBef>
            <a:spcAft>
              <a:spcPct val="15000"/>
            </a:spcAft>
            <a:buFont typeface="Arial" panose="020B0604020202020204" pitchFamily="34" charset="0"/>
            <a:buChar char="•"/>
          </a:pPr>
          <a:r>
            <a:rPr lang="en-US" sz="1400" b="1" i="0" kern="1200"/>
            <a:t>Context and Ambiguity</a:t>
          </a:r>
          <a:r>
            <a:rPr lang="en-US" sz="1400" b="0" i="0" kern="1200"/>
            <a:t>: Multiple meanings of words based on context.</a:t>
          </a:r>
        </a:p>
        <a:p>
          <a:pPr marL="114300" lvl="1" indent="-114300" algn="l" defTabSz="622300">
            <a:lnSpc>
              <a:spcPct val="90000"/>
            </a:lnSpc>
            <a:spcBef>
              <a:spcPct val="0"/>
            </a:spcBef>
            <a:spcAft>
              <a:spcPct val="15000"/>
            </a:spcAft>
            <a:buFont typeface="Arial" panose="020B0604020202020204" pitchFamily="34" charset="0"/>
            <a:buChar char="•"/>
          </a:pPr>
          <a:r>
            <a:rPr lang="en-IN" sz="1400" b="1" i="0" kern="1200" dirty="0"/>
            <a:t>Idiomatic Expressions</a:t>
          </a:r>
          <a:r>
            <a:rPr lang="en-IN" sz="1400" b="0" i="0" kern="1200" dirty="0"/>
            <a:t>: Non-literal phrases (e.g., “kick the bucket”).</a:t>
          </a:r>
        </a:p>
      </dsp:txBody>
      <dsp:txXfrm>
        <a:off x="0" y="1429071"/>
        <a:ext cx="10058399" cy="1058400"/>
      </dsp:txXfrm>
    </dsp:sp>
    <dsp:sp modelId="{02187723-131D-4921-8E2C-6B585B5DB57F}">
      <dsp:nvSpPr>
        <dsp:cNvPr id="0" name=""/>
        <dsp:cNvSpPr/>
      </dsp:nvSpPr>
      <dsp:spPr>
        <a:xfrm>
          <a:off x="502920" y="1222432"/>
          <a:ext cx="7040880"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IN" sz="1400" b="1" i="0" kern="1200"/>
            <a:t>Challenges:</a:t>
          </a:r>
          <a:endParaRPr lang="en-IN" sz="1400" b="0" i="0" kern="1200"/>
        </a:p>
      </dsp:txBody>
      <dsp:txXfrm>
        <a:off x="523095" y="1242607"/>
        <a:ext cx="7000530" cy="372930"/>
      </dsp:txXfrm>
    </dsp:sp>
    <dsp:sp modelId="{A71FFCFE-F982-4FE6-B9C8-BA0DB97D8270}">
      <dsp:nvSpPr>
        <dsp:cNvPr id="0" name=""/>
        <dsp:cNvSpPr/>
      </dsp:nvSpPr>
      <dsp:spPr>
        <a:xfrm>
          <a:off x="0" y="2741842"/>
          <a:ext cx="10058399" cy="1764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291592" rIns="780644"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b="1" i="0" kern="1200" dirty="0"/>
            <a:t>Recurrent Neural Networks (RNNs)</a:t>
          </a:r>
          <a:r>
            <a:rPr lang="en-IN" sz="1400" b="0" i="0" kern="1200" dirty="0"/>
            <a:t>:</a:t>
          </a:r>
        </a:p>
        <a:p>
          <a:pPr marL="228600" lvl="2" indent="-114300" algn="l" defTabSz="622300">
            <a:lnSpc>
              <a:spcPct val="90000"/>
            </a:lnSpc>
            <a:spcBef>
              <a:spcPct val="0"/>
            </a:spcBef>
            <a:spcAft>
              <a:spcPct val="15000"/>
            </a:spcAft>
            <a:buFont typeface="Arial" panose="020B0604020202020204" pitchFamily="34" charset="0"/>
            <a:buChar char="•"/>
          </a:pPr>
          <a:r>
            <a:rPr lang="en-US" sz="1400" b="0" i="0" kern="1200" dirty="0"/>
            <a:t>Early models used LSTMs and GRUs.</a:t>
          </a:r>
        </a:p>
        <a:p>
          <a:pPr marL="228600" lvl="2" indent="-114300" algn="l" defTabSz="622300">
            <a:lnSpc>
              <a:spcPct val="90000"/>
            </a:lnSpc>
            <a:spcBef>
              <a:spcPct val="0"/>
            </a:spcBef>
            <a:spcAft>
              <a:spcPct val="15000"/>
            </a:spcAft>
            <a:buFont typeface="Arial" panose="020B0604020202020204" pitchFamily="34" charset="0"/>
            <a:buChar char="•"/>
          </a:pPr>
          <a:r>
            <a:rPr lang="en-IN" sz="1400" b="0" i="0" kern="1200" dirty="0"/>
            <a:t>Struggled with long-term dependencies.</a:t>
          </a:r>
        </a:p>
        <a:p>
          <a:pPr marL="114300" lvl="1" indent="-114300" algn="l" defTabSz="622300">
            <a:lnSpc>
              <a:spcPct val="90000"/>
            </a:lnSpc>
            <a:spcBef>
              <a:spcPct val="0"/>
            </a:spcBef>
            <a:spcAft>
              <a:spcPct val="15000"/>
            </a:spcAft>
            <a:buFont typeface="Arial" panose="020B0604020202020204" pitchFamily="34" charset="0"/>
            <a:buChar char="•"/>
          </a:pPr>
          <a:r>
            <a:rPr lang="en-IN" sz="1400" b="1" i="0" kern="1200"/>
            <a:t>Transformers</a:t>
          </a:r>
          <a:r>
            <a:rPr lang="en-IN" sz="1400" b="0" i="0" kern="1200"/>
            <a:t>:</a:t>
          </a:r>
        </a:p>
        <a:p>
          <a:pPr marL="228600" lvl="2" indent="-114300" algn="l" defTabSz="622300">
            <a:lnSpc>
              <a:spcPct val="90000"/>
            </a:lnSpc>
            <a:spcBef>
              <a:spcPct val="0"/>
            </a:spcBef>
            <a:spcAft>
              <a:spcPct val="15000"/>
            </a:spcAft>
            <a:buFont typeface="Arial" panose="020B0604020202020204" pitchFamily="34" charset="0"/>
            <a:buChar char="•"/>
          </a:pPr>
          <a:r>
            <a:rPr lang="en-US" sz="1400" b="0" i="0" kern="1200" dirty="0"/>
            <a:t>Most successful and widely used.</a:t>
          </a:r>
          <a:r>
            <a:rPr lang="en-IN" sz="1400" b="0" i="0" kern="1200" dirty="0"/>
            <a:t>.</a:t>
          </a:r>
          <a:endParaRPr lang="en-US" sz="1400" b="0" i="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t>Backbone of models like BERT and GPT.</a:t>
          </a:r>
        </a:p>
      </dsp:txBody>
      <dsp:txXfrm>
        <a:off x="0" y="2741842"/>
        <a:ext cx="10058399" cy="1764000"/>
      </dsp:txXfrm>
    </dsp:sp>
    <dsp:sp modelId="{895181D8-43CE-4F8B-9C40-C1F4048300C3}">
      <dsp:nvSpPr>
        <dsp:cNvPr id="0" name=""/>
        <dsp:cNvSpPr/>
      </dsp:nvSpPr>
      <dsp:spPr>
        <a:xfrm>
          <a:off x="502920" y="2563071"/>
          <a:ext cx="7040880" cy="4132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None/>
          </a:pPr>
          <a:r>
            <a:rPr lang="en-IN" sz="1400" b="1" i="0" kern="1200"/>
            <a:t>Common Neural Network Methods:</a:t>
          </a:r>
          <a:endParaRPr lang="en-IN" sz="1400" b="0" i="0" kern="1200"/>
        </a:p>
      </dsp:txBody>
      <dsp:txXfrm>
        <a:off x="523095" y="2583246"/>
        <a:ext cx="7000530"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D2DC7-87E7-43AE-9914-2E8AD94353FF}" type="datetimeFigureOut">
              <a:rPr lang="en-IN" smtClean="0"/>
              <a:t>10-10-2025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FA58E1-8F50-4862-96D3-2696446C83D6}" type="slidenum">
              <a:rPr lang="en-IN" smtClean="0"/>
              <a:t>‹#›</a:t>
            </a:fld>
            <a:endParaRPr lang="en-IN"/>
          </a:p>
        </p:txBody>
      </p:sp>
    </p:spTree>
    <p:extLst>
      <p:ext uri="{BB962C8B-B14F-4D97-AF65-F5344CB8AC3E}">
        <p14:creationId xmlns:p14="http://schemas.microsoft.com/office/powerpoint/2010/main" val="3395140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3FA58E1-8F50-4862-96D3-2696446C83D6}" type="slidenum">
              <a:rPr lang="en-IN" smtClean="0"/>
              <a:t>2</a:t>
            </a:fld>
            <a:endParaRPr lang="en-IN"/>
          </a:p>
        </p:txBody>
      </p:sp>
    </p:spTree>
    <p:extLst>
      <p:ext uri="{BB962C8B-B14F-4D97-AF65-F5344CB8AC3E}">
        <p14:creationId xmlns:p14="http://schemas.microsoft.com/office/powerpoint/2010/main" val="2017352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BBDE07-C9B4-4D95-BD00-DDE00F4743F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B7596C-C671-49F3-BA22-2C37F873CC8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283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BDE07-C9B4-4D95-BD00-DDE00F4743F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2204283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BBDE07-C9B4-4D95-BD00-DDE00F4743F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B7596C-C671-49F3-BA22-2C37F873CC8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9738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BBDE07-C9B4-4D95-BD00-DDE00F4743FF}"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216487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BDE07-C9B4-4D95-BD00-DDE00F4743FF}"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3307511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BBDE07-C9B4-4D95-BD00-DDE00F4743FF}" type="datetimeFigureOut">
              <a:rPr lang="en-IN" smtClean="0"/>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3040497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1BBDE07-C9B4-4D95-BD00-DDE00F4743FF}" type="datetimeFigureOut">
              <a:rPr lang="en-IN" smtClean="0"/>
              <a:t>10-10-2025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2139352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1BBDE07-C9B4-4D95-BD00-DDE00F4743FF}" type="datetimeFigureOut">
              <a:rPr lang="en-IN" smtClean="0"/>
              <a:t>10-10-2025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B7596C-C671-49F3-BA22-2C37F873CC80}" type="slidenum">
              <a:rPr lang="en-IN" smtClean="0"/>
              <a:t>‹#›</a:t>
            </a:fld>
            <a:endParaRPr lang="en-IN"/>
          </a:p>
        </p:txBody>
      </p:sp>
    </p:spTree>
    <p:extLst>
      <p:ext uri="{BB962C8B-B14F-4D97-AF65-F5344CB8AC3E}">
        <p14:creationId xmlns:p14="http://schemas.microsoft.com/office/powerpoint/2010/main" val="538315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BBDE07-C9B4-4D95-BD00-DDE00F4743FF}"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156624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BDE07-C9B4-4D95-BD00-DDE00F4743F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3140881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BDE07-C9B4-4D95-BD00-DDE00F4743F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B7596C-C671-49F3-BA22-2C37F873CC80}" type="slidenum">
              <a:rPr lang="en-IN" smtClean="0"/>
              <a:t>‹#›</a:t>
            </a:fld>
            <a:endParaRPr lang="en-IN"/>
          </a:p>
        </p:txBody>
      </p:sp>
    </p:spTree>
    <p:extLst>
      <p:ext uri="{BB962C8B-B14F-4D97-AF65-F5344CB8AC3E}">
        <p14:creationId xmlns:p14="http://schemas.microsoft.com/office/powerpoint/2010/main" val="4045460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1BBDE07-C9B4-4D95-BD00-DDE00F4743FF}" type="datetimeFigureOut">
              <a:rPr lang="en-IN" smtClean="0"/>
              <a:t>10-10-2025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CB7596C-C671-49F3-BA22-2C37F873CC8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293920"/>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aiswaryaramachandran/hindienglish-corpora"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2C8D3-9AC7-0F2E-C9E0-BE52DBA11E2F}"/>
              </a:ext>
            </a:extLst>
          </p:cNvPr>
          <p:cNvSpPr>
            <a:spLocks noGrp="1"/>
          </p:cNvSpPr>
          <p:nvPr>
            <p:ph type="ctrTitle"/>
          </p:nvPr>
        </p:nvSpPr>
        <p:spPr/>
        <p:txBody>
          <a:bodyPr/>
          <a:lstStyle/>
          <a:p>
            <a:r>
              <a:rPr lang="en-IN" sz="6000" dirty="0"/>
              <a:t>AIL 411-DEEP LEARNING LAB</a:t>
            </a:r>
            <a:endParaRPr lang="en-IN" dirty="0"/>
          </a:p>
        </p:txBody>
      </p:sp>
      <p:sp>
        <p:nvSpPr>
          <p:cNvPr id="3" name="Subtitle 2">
            <a:extLst>
              <a:ext uri="{FF2B5EF4-FFF2-40B4-BE49-F238E27FC236}">
                <a16:creationId xmlns:a16="http://schemas.microsoft.com/office/drawing/2014/main" id="{525A8822-37CD-0C66-2840-EABBF7E6AA0E}"/>
              </a:ext>
            </a:extLst>
          </p:cNvPr>
          <p:cNvSpPr>
            <a:spLocks noGrp="1"/>
          </p:cNvSpPr>
          <p:nvPr>
            <p:ph type="subTitle" idx="1"/>
          </p:nvPr>
        </p:nvSpPr>
        <p:spPr/>
        <p:txBody>
          <a:bodyPr/>
          <a:lstStyle/>
          <a:p>
            <a:r>
              <a:rPr lang="en-US" dirty="0"/>
              <a:t>PREPARED BY: Asha Rose Thomas</a:t>
            </a:r>
          </a:p>
          <a:p>
            <a:r>
              <a:rPr lang="en-US" dirty="0"/>
              <a:t>AP,CSE(AI),</a:t>
            </a:r>
            <a:r>
              <a:rPr lang="en-US" dirty="0" err="1"/>
              <a:t>ASIET,Kalady</a:t>
            </a:r>
            <a:endParaRPr lang="en-US" dirty="0"/>
          </a:p>
          <a:p>
            <a:endParaRPr lang="en-IN" dirty="0"/>
          </a:p>
        </p:txBody>
      </p:sp>
      <p:pic>
        <p:nvPicPr>
          <p:cNvPr id="5" name="Picture 4">
            <a:extLst>
              <a:ext uri="{FF2B5EF4-FFF2-40B4-BE49-F238E27FC236}">
                <a16:creationId xmlns:a16="http://schemas.microsoft.com/office/drawing/2014/main" id="{3B222E9C-C32F-B39B-C163-F7A29774C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0"/>
            <a:ext cx="6156495" cy="1482015"/>
          </a:xfrm>
          <a:prstGeom prst="rect">
            <a:avLst/>
          </a:prstGeom>
        </p:spPr>
      </p:pic>
      <p:pic>
        <p:nvPicPr>
          <p:cNvPr id="6" name="Picture 5" descr="F:\AISAT Officals\JUNE 2015\OFICIAL DOCUMENTS\banner_1.png">
            <a:extLst>
              <a:ext uri="{FF2B5EF4-FFF2-40B4-BE49-F238E27FC236}">
                <a16:creationId xmlns:a16="http://schemas.microsoft.com/office/drawing/2014/main" id="{D33D1B55-7CAA-A9EE-E104-886FDFDD0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156495" cy="1196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047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21F0-B487-0E4E-85A8-676D4BE42E69}"/>
              </a:ext>
            </a:extLst>
          </p:cNvPr>
          <p:cNvSpPr>
            <a:spLocks noGrp="1"/>
          </p:cNvSpPr>
          <p:nvPr>
            <p:ph type="title"/>
          </p:nvPr>
        </p:nvSpPr>
        <p:spPr/>
        <p:txBody>
          <a:bodyPr/>
          <a:lstStyle/>
          <a:p>
            <a:r>
              <a:rPr lang="en-IN" dirty="0"/>
              <a:t>EXPERIMENT 10</a:t>
            </a:r>
          </a:p>
        </p:txBody>
      </p:sp>
      <p:sp>
        <p:nvSpPr>
          <p:cNvPr id="3" name="Content Placeholder 2">
            <a:extLst>
              <a:ext uri="{FF2B5EF4-FFF2-40B4-BE49-F238E27FC236}">
                <a16:creationId xmlns:a16="http://schemas.microsoft.com/office/drawing/2014/main" id="{E8E7E330-53FD-2BBE-08D0-D844347A0004}"/>
              </a:ext>
            </a:extLst>
          </p:cNvPr>
          <p:cNvSpPr>
            <a:spLocks noGrp="1"/>
          </p:cNvSpPr>
          <p:nvPr>
            <p:ph idx="1"/>
          </p:nvPr>
        </p:nvSpPr>
        <p:spPr/>
        <p:txBody>
          <a:bodyPr>
            <a:normAutofit/>
          </a:bodyPr>
          <a:lstStyle/>
          <a:p>
            <a:pPr algn="l"/>
            <a:r>
              <a:rPr lang="en-US" sz="2800" b="0" i="0" u="none" strike="noStrike" baseline="0" dirty="0">
                <a:latin typeface="TimesNewRomanPSMT"/>
              </a:rPr>
              <a:t>Implement a shallow auto encoder and decoder network for machine translation (by using Kaggle English to Hindi neural translation dataset).</a:t>
            </a:r>
            <a:endParaRPr lang="en-IN" sz="3200" dirty="0"/>
          </a:p>
        </p:txBody>
      </p:sp>
      <p:pic>
        <p:nvPicPr>
          <p:cNvPr id="4" name="Picture 3">
            <a:extLst>
              <a:ext uri="{FF2B5EF4-FFF2-40B4-BE49-F238E27FC236}">
                <a16:creationId xmlns:a16="http://schemas.microsoft.com/office/drawing/2014/main" id="{E10819B5-3643-86DD-8823-4E7B54A9E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2634" y="0"/>
            <a:ext cx="3169366" cy="781777"/>
          </a:xfrm>
          <a:prstGeom prst="rect">
            <a:avLst/>
          </a:prstGeom>
        </p:spPr>
      </p:pic>
      <p:sp>
        <p:nvSpPr>
          <p:cNvPr id="6" name="Date Placeholder 5">
            <a:extLst>
              <a:ext uri="{FF2B5EF4-FFF2-40B4-BE49-F238E27FC236}">
                <a16:creationId xmlns:a16="http://schemas.microsoft.com/office/drawing/2014/main" id="{27608396-1EFB-A501-EADF-BF378921049B}"/>
              </a:ext>
            </a:extLst>
          </p:cNvPr>
          <p:cNvSpPr>
            <a:spLocks noGrp="1"/>
          </p:cNvSpPr>
          <p:nvPr>
            <p:ph type="dt" sz="half" idx="10"/>
          </p:nvPr>
        </p:nvSpPr>
        <p:spPr/>
        <p:txBody>
          <a:bodyPr/>
          <a:lstStyle/>
          <a:p>
            <a:fld id="{EAF214CD-C30C-472A-8956-F90A09EB0F58}" type="datetime1">
              <a:rPr lang="en-IN" smtClean="0"/>
              <a:t>10-10-2025</a:t>
            </a:fld>
            <a:endParaRPr lang="en-IN"/>
          </a:p>
        </p:txBody>
      </p:sp>
      <p:sp>
        <p:nvSpPr>
          <p:cNvPr id="7" name="Footer Placeholder 6">
            <a:extLst>
              <a:ext uri="{FF2B5EF4-FFF2-40B4-BE49-F238E27FC236}">
                <a16:creationId xmlns:a16="http://schemas.microsoft.com/office/drawing/2014/main" id="{68AB7701-5CB0-941A-26FB-DE0194BBCAAA}"/>
              </a:ext>
            </a:extLst>
          </p:cNvPr>
          <p:cNvSpPr>
            <a:spLocks noGrp="1"/>
          </p:cNvSpPr>
          <p:nvPr>
            <p:ph type="ftr" sz="quarter" idx="11"/>
          </p:nvPr>
        </p:nvSpPr>
        <p:spPr/>
        <p:txBody>
          <a:bodyPr/>
          <a:lstStyle/>
          <a:p>
            <a:r>
              <a:rPr lang="en-US" dirty="0"/>
              <a:t>Prepared by Asha Rose Thomas, AP, CSE(AI),ASIET, </a:t>
            </a:r>
            <a:r>
              <a:rPr lang="en-US" dirty="0" err="1"/>
              <a:t>Kalady</a:t>
            </a:r>
            <a:endParaRPr lang="en-IN" dirty="0"/>
          </a:p>
        </p:txBody>
      </p:sp>
    </p:spTree>
    <p:extLst>
      <p:ext uri="{BB962C8B-B14F-4D97-AF65-F5344CB8AC3E}">
        <p14:creationId xmlns:p14="http://schemas.microsoft.com/office/powerpoint/2010/main" val="3051252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E4DF-2FE8-B434-6B6D-C35592843A01}"/>
              </a:ext>
            </a:extLst>
          </p:cNvPr>
          <p:cNvSpPr>
            <a:spLocks noGrp="1"/>
          </p:cNvSpPr>
          <p:nvPr>
            <p:ph type="title"/>
          </p:nvPr>
        </p:nvSpPr>
        <p:spPr/>
        <p:txBody>
          <a:bodyPr/>
          <a:lstStyle/>
          <a:p>
            <a:r>
              <a:rPr lang="en-IN" dirty="0"/>
              <a:t>Machine Translation (MT)</a:t>
            </a:r>
          </a:p>
        </p:txBody>
      </p:sp>
      <p:graphicFrame>
        <p:nvGraphicFramePr>
          <p:cNvPr id="4" name="Content Placeholder 3">
            <a:extLst>
              <a:ext uri="{FF2B5EF4-FFF2-40B4-BE49-F238E27FC236}">
                <a16:creationId xmlns:a16="http://schemas.microsoft.com/office/drawing/2014/main" id="{640D4869-19C6-549A-3056-BF39F93CEFC3}"/>
              </a:ext>
            </a:extLst>
          </p:cNvPr>
          <p:cNvGraphicFramePr>
            <a:graphicFrameLocks noGrp="1"/>
          </p:cNvGraphicFramePr>
          <p:nvPr>
            <p:ph idx="1"/>
            <p:extLst>
              <p:ext uri="{D42A27DB-BD31-4B8C-83A1-F6EECF244321}">
                <p14:modId xmlns:p14="http://schemas.microsoft.com/office/powerpoint/2010/main" val="856244321"/>
              </p:ext>
            </p:extLst>
          </p:nvPr>
        </p:nvGraphicFramePr>
        <p:xfrm>
          <a:off x="1096963" y="1737360"/>
          <a:ext cx="10058400" cy="4658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33AA9F65-CAFA-38EA-1D8F-6AA955F4CE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22634" y="0"/>
            <a:ext cx="3169366" cy="781777"/>
          </a:xfrm>
          <a:prstGeom prst="rect">
            <a:avLst/>
          </a:prstGeom>
        </p:spPr>
      </p:pic>
    </p:spTree>
    <p:extLst>
      <p:ext uri="{BB962C8B-B14F-4D97-AF65-F5344CB8AC3E}">
        <p14:creationId xmlns:p14="http://schemas.microsoft.com/office/powerpoint/2010/main" val="4020770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3791-95B4-8F7A-796D-B0D7FC235947}"/>
              </a:ext>
            </a:extLst>
          </p:cNvPr>
          <p:cNvSpPr>
            <a:spLocks noGrp="1"/>
          </p:cNvSpPr>
          <p:nvPr>
            <p:ph type="title"/>
          </p:nvPr>
        </p:nvSpPr>
        <p:spPr/>
        <p:txBody>
          <a:bodyPr/>
          <a:lstStyle/>
          <a:p>
            <a:r>
              <a:rPr lang="en-US" dirty="0"/>
              <a:t>English to Hindi Translation Data set</a:t>
            </a:r>
            <a:endParaRPr lang="en-IN" dirty="0"/>
          </a:p>
        </p:txBody>
      </p:sp>
      <p:sp>
        <p:nvSpPr>
          <p:cNvPr id="3" name="Content Placeholder 2">
            <a:extLst>
              <a:ext uri="{FF2B5EF4-FFF2-40B4-BE49-F238E27FC236}">
                <a16:creationId xmlns:a16="http://schemas.microsoft.com/office/drawing/2014/main" id="{8ED29DA7-F9ED-10C6-5D62-048A02471E12}"/>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033610CD-7DB9-F0F9-CE21-F4928F913B35}"/>
              </a:ext>
            </a:extLst>
          </p:cNvPr>
          <p:cNvPicPr>
            <a:picLocks noChangeAspect="1"/>
          </p:cNvPicPr>
          <p:nvPr/>
        </p:nvPicPr>
        <p:blipFill>
          <a:blip r:embed="rId2"/>
          <a:stretch>
            <a:fillRect/>
          </a:stretch>
        </p:blipFill>
        <p:spPr>
          <a:xfrm>
            <a:off x="2357367" y="1845734"/>
            <a:ext cx="6553720" cy="4143767"/>
          </a:xfrm>
          <a:prstGeom prst="rect">
            <a:avLst/>
          </a:prstGeom>
        </p:spPr>
      </p:pic>
      <p:pic>
        <p:nvPicPr>
          <p:cNvPr id="9" name="Picture 8">
            <a:extLst>
              <a:ext uri="{FF2B5EF4-FFF2-40B4-BE49-F238E27FC236}">
                <a16:creationId xmlns:a16="http://schemas.microsoft.com/office/drawing/2014/main" id="{6AB5CCD5-C42E-A3F5-852F-82FB15197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2634" y="0"/>
            <a:ext cx="3169366" cy="781777"/>
          </a:xfrm>
          <a:prstGeom prst="rect">
            <a:avLst/>
          </a:prstGeom>
        </p:spPr>
      </p:pic>
    </p:spTree>
    <p:extLst>
      <p:ext uri="{BB962C8B-B14F-4D97-AF65-F5344CB8AC3E}">
        <p14:creationId xmlns:p14="http://schemas.microsoft.com/office/powerpoint/2010/main" val="916172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FDBC-FB73-3DF0-5096-A3A0EA9725AC}"/>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FDAAE39F-1506-CDE4-5924-2AFD4BAFF17B}"/>
              </a:ext>
            </a:extLst>
          </p:cNvPr>
          <p:cNvSpPr>
            <a:spLocks noGrp="1"/>
          </p:cNvSpPr>
          <p:nvPr>
            <p:ph idx="1"/>
          </p:nvPr>
        </p:nvSpPr>
        <p:spPr/>
        <p:txBody>
          <a:bodyPr/>
          <a:lstStyle/>
          <a:p>
            <a:br>
              <a:rPr lang="en-IN" dirty="0"/>
            </a:br>
            <a:endParaRPr lang="en-IN" dirty="0"/>
          </a:p>
          <a:p>
            <a:endParaRPr lang="en-IN" dirty="0"/>
          </a:p>
        </p:txBody>
      </p:sp>
      <p:pic>
        <p:nvPicPr>
          <p:cNvPr id="4" name="Picture 3">
            <a:extLst>
              <a:ext uri="{FF2B5EF4-FFF2-40B4-BE49-F238E27FC236}">
                <a16:creationId xmlns:a16="http://schemas.microsoft.com/office/drawing/2014/main" id="{12CBE17E-55E9-F998-1A39-AFF5E8175C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2634" y="0"/>
            <a:ext cx="3169366" cy="781777"/>
          </a:xfrm>
          <a:prstGeom prst="rect">
            <a:avLst/>
          </a:prstGeom>
        </p:spPr>
      </p:pic>
      <p:sp>
        <p:nvSpPr>
          <p:cNvPr id="5" name="Content Placeholder 2">
            <a:extLst>
              <a:ext uri="{FF2B5EF4-FFF2-40B4-BE49-F238E27FC236}">
                <a16:creationId xmlns:a16="http://schemas.microsoft.com/office/drawing/2014/main" id="{BCF5516D-B2BC-C3A7-D797-B8AA9417D143}"/>
              </a:ext>
            </a:extLst>
          </p:cNvPr>
          <p:cNvSpPr txBox="1">
            <a:spLocks/>
          </p:cNvSpPr>
          <p:nvPr/>
        </p:nvSpPr>
        <p:spPr>
          <a:xfrm>
            <a:off x="1249680" y="199813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err="1">
                <a:hlinkClick r:id="rId3"/>
              </a:rPr>
              <a:t>HindiEnglish</a:t>
            </a:r>
            <a:r>
              <a:rPr lang="en-IN" dirty="0">
                <a:hlinkClick r:id="rId3"/>
              </a:rPr>
              <a:t> Corpora (kaggle.com)</a:t>
            </a:r>
            <a:endParaRPr lang="en-IN" dirty="0"/>
          </a:p>
        </p:txBody>
      </p:sp>
    </p:spTree>
    <p:extLst>
      <p:ext uri="{BB962C8B-B14F-4D97-AF65-F5344CB8AC3E}">
        <p14:creationId xmlns:p14="http://schemas.microsoft.com/office/powerpoint/2010/main" val="211175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805F3-840F-4F37-F5C2-84F44E1C542A}"/>
              </a:ext>
            </a:extLst>
          </p:cNvPr>
          <p:cNvSpPr>
            <a:spLocks noGrp="1"/>
          </p:cNvSpPr>
          <p:nvPr>
            <p:ph type="title"/>
          </p:nvPr>
        </p:nvSpPr>
        <p:spPr/>
        <p:txBody>
          <a:bodyPr/>
          <a:lstStyle/>
          <a:p>
            <a:r>
              <a:rPr lang="en-IN" dirty="0"/>
              <a:t>About the dataset</a:t>
            </a:r>
          </a:p>
        </p:txBody>
      </p:sp>
      <p:sp>
        <p:nvSpPr>
          <p:cNvPr id="3" name="Content Placeholder 2">
            <a:extLst>
              <a:ext uri="{FF2B5EF4-FFF2-40B4-BE49-F238E27FC236}">
                <a16:creationId xmlns:a16="http://schemas.microsoft.com/office/drawing/2014/main" id="{01DFD8B4-9FBF-C09C-F1C2-595378013AB1}"/>
              </a:ext>
            </a:extLst>
          </p:cNvPr>
          <p:cNvSpPr>
            <a:spLocks noGrp="1"/>
          </p:cNvSpPr>
          <p:nvPr>
            <p:ph idx="1"/>
          </p:nvPr>
        </p:nvSpPr>
        <p:spPr/>
        <p:txBody>
          <a:bodyPr/>
          <a:lstStyle/>
          <a:p>
            <a:r>
              <a:rPr lang="en-US" dirty="0"/>
              <a:t>The </a:t>
            </a:r>
            <a:r>
              <a:rPr lang="en-US" dirty="0" err="1"/>
              <a:t>HindiEnglish</a:t>
            </a:r>
            <a:r>
              <a:rPr lang="en-US" dirty="0"/>
              <a:t> Corpora dataset is a parallel corpus that includes aligned sentences in both Hindi and English. It is designed to support various natural language processing tasks, such as machine translation and bilingual text analysis. The dataset contains a substantial number of sentence pairs, making it a valuable resource for training and evaluating models. It is widely used in academic research and practical applications to improve the accuracy and efficiency of language models.</a:t>
            </a:r>
            <a:endParaRPr lang="en-IN" dirty="0"/>
          </a:p>
        </p:txBody>
      </p:sp>
      <p:pic>
        <p:nvPicPr>
          <p:cNvPr id="4" name="Picture 3">
            <a:extLst>
              <a:ext uri="{FF2B5EF4-FFF2-40B4-BE49-F238E27FC236}">
                <a16:creationId xmlns:a16="http://schemas.microsoft.com/office/drawing/2014/main" id="{C17C9896-A91C-F595-5F4E-9D6BB9F3E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2634" y="0"/>
            <a:ext cx="3169366" cy="781777"/>
          </a:xfrm>
          <a:prstGeom prst="rect">
            <a:avLst/>
          </a:prstGeom>
        </p:spPr>
      </p:pic>
    </p:spTree>
    <p:extLst>
      <p:ext uri="{BB962C8B-B14F-4D97-AF65-F5344CB8AC3E}">
        <p14:creationId xmlns:p14="http://schemas.microsoft.com/office/powerpoint/2010/main" val="326661957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1159</TotalTime>
  <Words>264</Words>
  <Application>Microsoft Office PowerPoint</Application>
  <PresentationFormat>Widescreen</PresentationFormat>
  <Paragraphs>29</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TimesNewRomanPSMT</vt:lpstr>
      <vt:lpstr>Retrospect</vt:lpstr>
      <vt:lpstr>AIL 411-DEEP LEARNING LAB</vt:lpstr>
      <vt:lpstr>EXPERIMENT 10</vt:lpstr>
      <vt:lpstr>Machine Translation (MT)</vt:lpstr>
      <vt:lpstr>English to Hindi Translation Data set</vt:lpstr>
      <vt:lpstr>Reference</vt:lpstr>
      <vt:lpstr>About the dataset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Asha Rose Thomas</dc:creator>
  <cp:lastModifiedBy>Asha Rose Thomas</cp:lastModifiedBy>
  <cp:revision>29</cp:revision>
  <dcterms:created xsi:type="dcterms:W3CDTF">2024-07-14T14:57:03Z</dcterms:created>
  <dcterms:modified xsi:type="dcterms:W3CDTF">2025-10-10T05:20:00Z</dcterms:modified>
</cp:coreProperties>
</file>